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6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Secrets Management with Azure Key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overview</a:t>
            </a:r>
          </a:p>
          <a:p>
            <a:r>
              <a:t>• Why secret management</a:t>
            </a:r>
          </a:p>
          <a:p>
            <a:r>
              <a:t>• Azure Key Vault</a:t>
            </a:r>
          </a:p>
          <a:p>
            <a:r>
              <a:t>• .NET Integration</a:t>
            </a:r>
          </a:p>
          <a:p>
            <a:r>
              <a:t>• Demo</a:t>
            </a:r>
          </a:p>
          <a:p>
            <a:r>
              <a:t>•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Secret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Hardcoded secrets</a:t>
            </a:r>
            <a:br/>
            <a:r>
              <a:t>• Git exposure</a:t>
            </a:r>
            <a:br/>
            <a:r>
              <a:t>• Compliance risks</a:t>
            </a:r>
            <a:br/>
            <a:r>
              <a:t>• Rotation 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Key Vault?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secure service to store secrets, keys, and certificates.</a:t>
            </a:r>
            <a:br/>
            <a:r>
              <a:t>Digital safe for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Can It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Secrets</a:t>
            </a:r>
            <a:br/>
            <a:r>
              <a:t>• Encryption Keys</a:t>
            </a:r>
            <a:br/>
            <a:r>
              <a:t>• Certificates</a:t>
            </a:r>
            <a:br/>
            <a:r>
              <a:t>• Connection Strings</a:t>
            </a:r>
            <a:br/>
            <a:r>
              <a:t>• API 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Key Vault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 -&gt; Azure Identity -&gt; Azure Key Vault -&gt; Azure SQL /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.NET packages:</a:t>
            </a:r>
            <a:br/>
            <a:r>
              <a:t>Azure.Identity</a:t>
            </a:r>
            <a:br/>
            <a:r>
              <a:t>Azure.Extensions.AspNetCore.Configuration.Secrets</a:t>
            </a:r>
            <a:br/>
            <a:br/>
            <a:r>
              <a:t>builder.Configuration.AddAzureKeyVault(...)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Managed Identity</a:t>
            </a:r>
            <a:br/>
            <a:r>
              <a:t>• Service Principal</a:t>
            </a:r>
            <a:br/>
            <a:r>
              <a:t>• Azure CLI (local)</a:t>
            </a:r>
            <a:br/>
            <a:r>
              <a:t>• Visual Studio sign-in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Never hardcode secrets</a:t>
            </a:r>
            <a:br/>
            <a:r>
              <a:t>• Least privilege</a:t>
            </a:r>
            <a:br/>
            <a:r>
              <a:t>• Rotate secrets</a:t>
            </a:r>
            <a:br/>
            <a:r>
              <a:t>• Separate vaults per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Create vault</a:t>
            </a:r>
            <a:br/>
            <a:r>
              <a:t>2. Add secrets</a:t>
            </a:r>
            <a:br/>
            <a:r>
              <a:t>3. Configure .NET</a:t>
            </a:r>
            <a:br/>
            <a:r>
              <a:t>4. Retrieve secret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</Words>
  <Application>Microsoft Macintosh PowerPoint</Application>
  <PresentationFormat>On-screen Show (4:3)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Secrets Management with Azure Key Vault</vt:lpstr>
      <vt:lpstr>Why Secret Management?</vt:lpstr>
      <vt:lpstr>What is a Key Vault?</vt:lpstr>
      <vt:lpstr>What Can It Store?</vt:lpstr>
      <vt:lpstr>Azure Key Vault Architecture</vt:lpstr>
      <vt:lpstr>Integration with ASP.NET Core</vt:lpstr>
      <vt:lpstr>Authentication Methods</vt:lpstr>
      <vt:lpstr>Best Practices</vt:lpstr>
      <vt:lpstr>Demo Plan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Shiban M</cp:lastModifiedBy>
  <cp:revision>1</cp:revision>
  <dcterms:created xsi:type="dcterms:W3CDTF">2013-01-27T09:14:16Z</dcterms:created>
  <dcterms:modified xsi:type="dcterms:W3CDTF">2026-08-11T07:22:40Z</dcterms:modified>
  <cp:category/>
</cp:coreProperties>
</file>